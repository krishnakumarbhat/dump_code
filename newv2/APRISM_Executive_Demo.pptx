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80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23145A-578E-4BB4-977F-C47D7423A640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D5824-E8E0-4D57-B702-10D6D6E46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626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Integration boundary: wrapper exposes gain telemetry and caps deadband counts at 50; the archived change does not replace the buried DABB recursion. A lock guarantee needs the actual accepted-update stream and scoring criterion.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Host archival report: 40/40 checks in OFF and ON. Equal pass counts do not prove bit-identical production output. Association deltas are not labeled false positives. Velocity changes are not velocity errors. Recorded 0.910/3.743 m/s shifts are archive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890B5E-F8C1-35EA-65D0-0AAE552C41D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22938" y="6626860"/>
            <a:ext cx="774700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1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424160" cy="27432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35E0A1"/>
                </a:solidFill>
                <a:latin typeface="Aptos"/>
              </a:defRPr>
            </a:pPr>
            <a:r>
              <a:t>A-PRISM   /   THE REPLAY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Tracker warm-up is not sensor calibration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852160"/>
            <a:ext cx="10728655" cy="640080"/>
          </a:xfrm>
          <a:prstGeom prst="roundRect">
            <a:avLst>
              <a:gd name="adj" fmla="val 6000"/>
            </a:avLst>
          </a:prstGeom>
          <a:solidFill>
            <a:srgbClr val="12202C"/>
          </a:solidFill>
          <a:ln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5952744"/>
            <a:ext cx="10332720" cy="420624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Replay must restore the slowest state upstream of the scored output.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56616"/>
            <a:ext cx="411480" cy="27432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9FB4C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166360" cy="4069080"/>
          </a:xfrm>
          <a:prstGeom prst="roundRect">
            <a:avLst>
              <a:gd name="adj" fmla="val 6000"/>
            </a:avLst>
          </a:prstGeom>
          <a:solidFill>
            <a:srgbClr val="12202C"/>
          </a:solidFill>
          <a:ln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26480" y="1508760"/>
            <a:ext cx="5330952" cy="4069080"/>
          </a:xfrm>
          <a:prstGeom prst="roundRect">
            <a:avLst>
              <a:gd name="adj" fmla="val 6000"/>
            </a:avLst>
          </a:prstGeom>
          <a:solidFill>
            <a:srgbClr val="12202C"/>
          </a:solidFill>
          <a:ln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4754880" cy="36576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35E0A1"/>
                </a:solidFill>
                <a:latin typeface="Aptos"/>
              </a:defRPr>
            </a:pPr>
            <a:r>
              <a:t>300 logs / 20 workers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286000"/>
            <a:ext cx="4663440" cy="475488"/>
          </a:xfrm>
          <a:prstGeom prst="roundRect">
            <a:avLst>
              <a:gd name="adj" fmla="val 6000"/>
            </a:avLst>
          </a:prstGeom>
          <a:solidFill>
            <a:srgbClr val="12202C"/>
          </a:solidFill>
          <a:ln>
            <a:solidFill>
              <a:srgbClr val="41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359152"/>
            <a:ext cx="4480559" cy="329184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Worker 1    |    scored segment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2926080"/>
            <a:ext cx="4663440" cy="475488"/>
          </a:xfrm>
          <a:prstGeom prst="roundRect">
            <a:avLst>
              <a:gd name="adj" fmla="val 6000"/>
            </a:avLst>
          </a:prstGeom>
          <a:solidFill>
            <a:srgbClr val="12202C"/>
          </a:solidFill>
          <a:ln>
            <a:solidFill>
              <a:srgbClr val="35E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2999232"/>
            <a:ext cx="4480559" cy="329184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Worker 2    |    warm-up + scored segment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3566160"/>
            <a:ext cx="4663440" cy="475488"/>
          </a:xfrm>
          <a:prstGeom prst="roundRect">
            <a:avLst>
              <a:gd name="adj" fmla="val 6000"/>
            </a:avLst>
          </a:prstGeom>
          <a:solidFill>
            <a:srgbClr val="12202C"/>
          </a:solidFill>
          <a:ln>
            <a:solidFill>
              <a:srgbClr val="41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3639312"/>
            <a:ext cx="4480559" cy="329184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Worker 20  |    warm-up + scored segment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251960"/>
            <a:ext cx="4663440" cy="100584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9FB4C2"/>
                </a:solidFill>
                <a:latin typeface="Aptos"/>
              </a:defRPr>
            </a:pPr>
            <a:r>
              <a:t>One preceding log can initialize track state.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9FB4C2"/>
                </a:solidFill>
                <a:latin typeface="Aptos"/>
              </a:defRPr>
            </a:pPr>
            <a:r>
              <a:t>Calibration eligibility and history need a separate policy.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691640"/>
            <a:ext cx="4846320" cy="36576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FF6B6B"/>
                </a:solidFill>
                <a:latin typeface="Aptos"/>
              </a:defRPr>
            </a:pPr>
            <a:r>
              <a:t>Where continuity breaks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65392" y="2221992"/>
            <a:ext cx="4434840" cy="393192"/>
          </a:xfrm>
          <a:prstGeom prst="roundRect">
            <a:avLst>
              <a:gd name="adj" fmla="val 6000"/>
            </a:avLst>
          </a:prstGeom>
          <a:solidFill>
            <a:srgbClr val="12202C"/>
          </a:solidFill>
          <a:ln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56831" y="2295144"/>
            <a:ext cx="4251959" cy="246888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ADC / Range FFT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606040"/>
            <a:ext cx="411480" cy="173736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41B6F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65392" y="2761488"/>
            <a:ext cx="4434840" cy="393192"/>
          </a:xfrm>
          <a:prstGeom prst="roundRect">
            <a:avLst>
              <a:gd name="adj" fmla="val 6000"/>
            </a:avLst>
          </a:prstGeom>
          <a:solidFill>
            <a:srgbClr val="12202C"/>
          </a:solidFill>
          <a:ln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56831" y="2834640"/>
            <a:ext cx="4251959" cy="246888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Doppler FFT / CFAR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145536"/>
            <a:ext cx="411480" cy="173736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41B6F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65392" y="3300984"/>
            <a:ext cx="4434840" cy="393192"/>
          </a:xfrm>
          <a:prstGeom prst="roundRect">
            <a:avLst>
              <a:gd name="adj" fmla="val 6000"/>
            </a:avLst>
          </a:prstGeom>
          <a:solidFill>
            <a:srgbClr val="12202C"/>
          </a:solidFill>
          <a:ln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56831" y="3374136"/>
            <a:ext cx="4251959" cy="246888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CDC / Beamforming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3685032"/>
            <a:ext cx="411480" cy="173736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41B6F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65392" y="3840480"/>
            <a:ext cx="4434840" cy="393192"/>
          </a:xfrm>
          <a:prstGeom prst="roundRect">
            <a:avLst>
              <a:gd name="adj" fmla="val 6000"/>
            </a:avLst>
          </a:prstGeom>
          <a:solidFill>
            <a:srgbClr val="12202C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56831" y="3913632"/>
            <a:ext cx="4251959" cy="246888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AF alignment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4224528"/>
            <a:ext cx="411480" cy="173736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41B6F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65392" y="4379976"/>
            <a:ext cx="4434840" cy="393192"/>
          </a:xfrm>
          <a:prstGeom prst="roundRect">
            <a:avLst>
              <a:gd name="adj" fmla="val 6000"/>
            </a:avLst>
          </a:prstGeom>
          <a:solidFill>
            <a:srgbClr val="12202C"/>
          </a:solidFill>
          <a:ln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56831" y="4453128"/>
            <a:ext cx="4251959" cy="246888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RDU / EKF tracker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047488"/>
            <a:ext cx="4663440" cy="36576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F6B6B"/>
                </a:solidFill>
                <a:latin typeface="Aptos"/>
              </a:defRPr>
            </a:pPr>
            <a:r>
              <a:t>400 frames at 20 Hz = 20 s, not 20 min.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424160" cy="27432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35E0A1"/>
                </a:solidFill>
                <a:latin typeface="Aptos"/>
              </a:defRPr>
            </a:pPr>
            <a:r>
              <a:t>A-PRISM   /   PAPER 1 / FAST INITIALIZATION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Fast adaptation + provenance-aware preflight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852160"/>
            <a:ext cx="10728655" cy="640080"/>
          </a:xfrm>
          <a:prstGeom prst="roundRect">
            <a:avLst>
              <a:gd name="adj" fmla="val 6000"/>
            </a:avLst>
          </a:prstGeom>
          <a:solidFill>
            <a:srgbClr val="12202C"/>
          </a:solidFill>
          <a:ln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5952744"/>
            <a:ext cx="10332720" cy="420624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A valid historical seed can remove estimator warm-up; online lock still needs validation.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56616"/>
            <a:ext cx="411480" cy="27432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9FB4C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029200" cy="4069080"/>
          </a:xfrm>
          <a:prstGeom prst="roundRect">
            <a:avLst>
              <a:gd name="adj" fmla="val 6000"/>
            </a:avLst>
          </a:prstGeom>
          <a:solidFill>
            <a:srgbClr val="12202C"/>
          </a:solidFill>
          <a:ln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89320" y="1508760"/>
            <a:ext cx="5468112" cy="4069080"/>
          </a:xfrm>
          <a:prstGeom prst="roundRect">
            <a:avLst>
              <a:gd name="adj" fmla="val 6000"/>
            </a:avLst>
          </a:prstGeom>
          <a:solidFill>
            <a:srgbClr val="12202C"/>
          </a:solidFill>
          <a:ln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4663440" cy="36576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35E0A1"/>
                </a:solidFill>
                <a:latin typeface="Aptos"/>
              </a:defRPr>
            </a:pPr>
            <a:r>
              <a:t>Dual-horizon schedule</a:t>
            </a:r>
          </a:p>
        </p:txBody>
      </p:sp>
      <p:pic>
        <p:nvPicPr>
          <p:cNvPr id="10" name="Picture 9" descr="slide_g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194560"/>
            <a:ext cx="3075921" cy="594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2880360"/>
            <a:ext cx="4526280" cy="64008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9FB4C2"/>
                </a:solidFill>
                <a:latin typeface="Aptos"/>
              </a:defRPr>
            </a:pPr>
            <a:r>
              <a:t>Kf = 0.05   |   Ks = 0.0025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9FB4C2"/>
                </a:solidFill>
                <a:latin typeface="Aptos"/>
              </a:defRPr>
            </a:pPr>
            <a:r>
              <a:t>α = 0.08 proposal; 0.10 wrapper default</a:t>
            </a:r>
          </a:p>
        </p:txBody>
      </p:sp>
      <p:pic>
        <p:nvPicPr>
          <p:cNvPr id="12" name="Picture 11" descr="slide_station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657600"/>
            <a:ext cx="2524636" cy="548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" y="4434840"/>
            <a:ext cx="4526280" cy="886968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Preflight: bind seed to sensor, quality and epoch.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Archived example: azimuth −1.145°.</a:t>
            </a:r>
          </a:p>
        </p:txBody>
      </p:sp>
      <p:pic>
        <p:nvPicPr>
          <p:cNvPr id="14" name="Picture 13" descr="verified_g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1931550"/>
            <a:ext cx="5029200" cy="235481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91072" y="4526280"/>
            <a:ext cx="4846320" cy="77724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9FB4C2"/>
                </a:solidFill>
                <a:latin typeface="Aptos"/>
              </a:defRPr>
            </a:pPr>
            <a:r>
              <a:t>Analytical recursion, not a measured lock trace.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9FB4C2"/>
                </a:solidFill>
                <a:latin typeface="Aptos"/>
              </a:defRPr>
            </a:pPr>
            <a:r>
              <a:t>46 frames / 2.3 s is an archived claim.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424160" cy="27432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35E0A1"/>
                </a:solidFill>
                <a:latin typeface="Aptos"/>
              </a:defRPr>
            </a:pPr>
            <a:r>
              <a:t>A-PRISM   /   PAPER 2 / SPECULAR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Use the reflection — in the correct receiving frame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852160"/>
            <a:ext cx="10728655" cy="640080"/>
          </a:xfrm>
          <a:prstGeom prst="roundRect">
            <a:avLst>
              <a:gd name="adj" fmla="val 6000"/>
            </a:avLst>
          </a:prstGeom>
          <a:solidFill>
            <a:srgbClr val="12202C"/>
          </a:solidFill>
          <a:ln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5952744"/>
            <a:ext cx="10332720" cy="420624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Image methods are equivalent after the frame transform; covariance and ownership matter.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56616"/>
            <a:ext cx="411480" cy="27432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9FB4C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166360" cy="4069080"/>
          </a:xfrm>
          <a:prstGeom prst="roundRect">
            <a:avLst>
              <a:gd name="adj" fmla="val 6000"/>
            </a:avLst>
          </a:prstGeom>
          <a:solidFill>
            <a:srgbClr val="12202C"/>
          </a:solidFill>
          <a:ln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26480" y="1508760"/>
            <a:ext cx="5330952" cy="4069080"/>
          </a:xfrm>
          <a:prstGeom prst="roundRect">
            <a:avLst>
              <a:gd name="adj" fmla="val 6000"/>
            </a:avLst>
          </a:prstGeom>
          <a:solidFill>
            <a:srgbClr val="12202C"/>
          </a:solidFill>
          <a:ln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4800600" cy="36576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35E0A1"/>
                </a:solidFill>
                <a:latin typeface="Aptos"/>
              </a:defRPr>
            </a:pPr>
            <a:r>
              <a:t>Physical path and image geometry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38428" y="3127248"/>
            <a:ext cx="4197096" cy="0"/>
          </a:xfrm>
          <a:prstGeom prst="line">
            <a:avLst/>
          </a:prstGeom>
          <a:ln w="25400">
            <a:solidFill>
              <a:srgbClr val="9F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61872" y="2578608"/>
            <a:ext cx="1851660" cy="548640"/>
          </a:xfrm>
          <a:prstGeom prst="line">
            <a:avLst/>
          </a:prstGeom>
          <a:ln w="25400">
            <a:solidFill>
              <a:srgbClr val="35E0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13532" y="2578608"/>
            <a:ext cx="1851660" cy="548640"/>
          </a:xfrm>
          <a:prstGeom prst="line">
            <a:avLst/>
          </a:prstGeom>
          <a:ln w="25400">
            <a:solidFill>
              <a:srgbClr val="35E0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261872" y="2578608"/>
            <a:ext cx="3703320" cy="1097279"/>
          </a:xfrm>
          <a:prstGeom prst="line">
            <a:avLst/>
          </a:prstGeom>
          <a:ln w="25400">
            <a:solidFill>
              <a:srgbClr val="41B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216151" y="2532888"/>
            <a:ext cx="91440" cy="91440"/>
          </a:xfrm>
          <a:prstGeom prst="ellipse">
            <a:avLst/>
          </a:prstGeom>
          <a:solidFill>
            <a:srgbClr val="35E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25880" y="2404872"/>
            <a:ext cx="457200" cy="292608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35E0A1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16" name="Oval 15"/>
          <p:cNvSpPr/>
          <p:nvPr/>
        </p:nvSpPr>
        <p:spPr>
          <a:xfrm>
            <a:off x="1216151" y="3630168"/>
            <a:ext cx="91440" cy="91440"/>
          </a:xfrm>
          <a:prstGeom prst="ellipse">
            <a:avLst/>
          </a:prstGeom>
          <a:solidFill>
            <a:srgbClr val="41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25880" y="3502151"/>
            <a:ext cx="457200" cy="292608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41B6FF"/>
                </a:solidFill>
                <a:latin typeface="Aptos"/>
              </a:defRPr>
            </a:pPr>
            <a:r>
              <a:t>s*</a:t>
            </a:r>
          </a:p>
        </p:txBody>
      </p:sp>
      <p:sp>
        <p:nvSpPr>
          <p:cNvPr id="18" name="Oval 17"/>
          <p:cNvSpPr/>
          <p:nvPr/>
        </p:nvSpPr>
        <p:spPr>
          <a:xfrm>
            <a:off x="4919472" y="2532888"/>
            <a:ext cx="91440" cy="91440"/>
          </a:xfrm>
          <a:prstGeom prst="ellipse">
            <a:avLst/>
          </a:prstGeom>
          <a:solidFill>
            <a:srgbClr val="35E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0" y="2404872"/>
            <a:ext cx="457200" cy="292608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35E0A1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20" name="Oval 19"/>
          <p:cNvSpPr/>
          <p:nvPr/>
        </p:nvSpPr>
        <p:spPr>
          <a:xfrm>
            <a:off x="3067812" y="3081528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77540" y="2953512"/>
            <a:ext cx="457200" cy="292608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977639"/>
            <a:ext cx="4663440" cy="713232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9FB4C2"/>
                </a:solidFill>
                <a:latin typeface="Aptos"/>
              </a:defRPr>
            </a:pPr>
            <a:r>
              <a:t>Example: rays (30, −4) and (30, +4).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9FB4C2"/>
                </a:solidFill>
                <a:latin typeface="Aptos"/>
              </a:defRPr>
            </a:pPr>
            <a:r>
              <a:t>Untransformed bearing mismatch: 15.189°.</a:t>
            </a:r>
          </a:p>
        </p:txBody>
      </p:sp>
      <p:pic>
        <p:nvPicPr>
          <p:cNvPr id="23" name="Picture 22" descr="slide_hous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800600"/>
            <a:ext cx="2624258" cy="47548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55080" y="1691640"/>
            <a:ext cx="4846320" cy="36576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41B6FF"/>
                </a:solidFill>
                <a:latin typeface="Aptos"/>
              </a:defRPr>
            </a:pPr>
            <a:r>
              <a:t>Covariance-aware assimilation</a:t>
            </a:r>
          </a:p>
        </p:txBody>
      </p:sp>
      <p:pic>
        <p:nvPicPr>
          <p:cNvPr id="25" name="Picture 24" descr="slide_co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240280"/>
            <a:ext cx="2991879" cy="5943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82512" y="2971800"/>
            <a:ext cx="4663440" cy="59436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Do not count a reused observation twice.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Assimilated XOR suppressed, within the scan.</a:t>
            </a:r>
          </a:p>
        </p:txBody>
      </p:sp>
      <p:pic>
        <p:nvPicPr>
          <p:cNvPr id="27" name="Picture 26" descr="slide_g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836714"/>
            <a:ext cx="4754880" cy="37329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382512" y="4572000"/>
            <a:ext cx="4709160" cy="73152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9FB4C2"/>
                </a:solidFill>
                <a:latin typeface="Aptos"/>
              </a:defRPr>
            </a:pPr>
            <a:r>
              <a:t>Bounded gating ≠ a safety guarantee.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9FB4C2"/>
                </a:solidFill>
                <a:latin typeface="Aptos"/>
              </a:defRPr>
            </a:pPr>
            <a:r>
              <a:t>Full coupled covariance exceeds scalar hooks.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424160" cy="27432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35E0A1"/>
                </a:solidFill>
                <a:latin typeface="Aptos"/>
              </a:defRPr>
            </a:pPr>
            <a:r>
              <a:t>A-PRISM   /   EVIDENCE / NEXT MILESTONE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155 replay records — traceable counters, clear limits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852160"/>
            <a:ext cx="10728655" cy="640080"/>
          </a:xfrm>
          <a:prstGeom prst="roundRect">
            <a:avLst>
              <a:gd name="adj" fmla="val 6000"/>
            </a:avLst>
          </a:prstGeom>
          <a:solidFill>
            <a:srgbClr val="12202C"/>
          </a:solidFill>
          <a:ln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5952744"/>
            <a:ext cx="10332720" cy="420624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Counters are reproduced; fleet accuracy needs independent truth and a complete scoring pipeline.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56616"/>
            <a:ext cx="411480" cy="27432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9FB4C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029200" cy="4069080"/>
          </a:xfrm>
          <a:prstGeom prst="roundRect">
            <a:avLst>
              <a:gd name="adj" fmla="val 6000"/>
            </a:avLst>
          </a:prstGeom>
          <a:solidFill>
            <a:srgbClr val="12202C"/>
          </a:solidFill>
          <a:ln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89320" y="1508760"/>
            <a:ext cx="5468112" cy="4069080"/>
          </a:xfrm>
          <a:prstGeom prst="roundRect">
            <a:avLst>
              <a:gd name="adj" fmla="val 6000"/>
            </a:avLst>
          </a:prstGeom>
          <a:solidFill>
            <a:srgbClr val="12202C"/>
          </a:solidFill>
          <a:ln>
            <a:solidFill>
              <a:srgbClr val="1F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4663440" cy="36576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35E0A1"/>
                </a:solidFill>
                <a:latin typeface="Aptos"/>
              </a:defRPr>
            </a:pPr>
            <a:r>
              <a:t>Measured instrumented replay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13432"/>
            <a:ext cx="2788920" cy="36576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9FB4C2"/>
                </a:solidFill>
                <a:latin typeface="Aptos"/>
              </a:defRPr>
            </a:pPr>
            <a:r>
              <a:t>Valid detections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313432"/>
            <a:ext cx="1691640" cy="36576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r"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71,779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60120" y="2724912"/>
            <a:ext cx="4526280" cy="0"/>
          </a:xfrm>
          <a:prstGeom prst="line">
            <a:avLst/>
          </a:prstGeom>
          <a:ln w="25400">
            <a:solidFill>
              <a:srgbClr val="1F35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60120" y="2843784"/>
            <a:ext cx="2788920" cy="36576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9FB4C2"/>
                </a:solidFill>
                <a:latin typeface="Aptos"/>
              </a:defRPr>
            </a:pPr>
            <a:r>
              <a:t>Associations OFF → 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843784"/>
            <a:ext cx="1691640" cy="36576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r"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9,478 → 9,131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0120" y="3255264"/>
            <a:ext cx="4526280" cy="0"/>
          </a:xfrm>
          <a:prstGeom prst="line">
            <a:avLst/>
          </a:prstGeom>
          <a:ln w="25400">
            <a:solidFill>
              <a:srgbClr val="1F35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60120" y="3374135"/>
            <a:ext cx="2788920" cy="36576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9FB4C2"/>
                </a:solidFill>
                <a:latin typeface="Aptos"/>
              </a:defRPr>
            </a:pPr>
            <a:r>
              <a:t>Assimilation marks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374135"/>
            <a:ext cx="1691640" cy="36576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r"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10,130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60120" y="3785615"/>
            <a:ext cx="4526280" cy="0"/>
          </a:xfrm>
          <a:prstGeom prst="line">
            <a:avLst/>
          </a:prstGeom>
          <a:ln w="25400">
            <a:solidFill>
              <a:srgbClr val="1F35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60120" y="3904487"/>
            <a:ext cx="2788920" cy="36576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9FB4C2"/>
                </a:solidFill>
                <a:latin typeface="Aptos"/>
              </a:defRPr>
            </a:pPr>
            <a:r>
              <a:t>Records with marks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904487"/>
            <a:ext cx="1691640" cy="36576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r"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151 / 155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0120" y="4315968"/>
            <a:ext cx="4526280" cy="0"/>
          </a:xfrm>
          <a:prstGeom prst="line">
            <a:avLst/>
          </a:prstGeom>
          <a:ln w="25400">
            <a:solidFill>
              <a:srgbClr val="1F35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60120" y="4736592"/>
            <a:ext cx="4526280" cy="621792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9FB4C2"/>
                </a:solidFill>
                <a:latin typeface="Aptos"/>
              </a:defRPr>
            </a:pPr>
            <a:r>
              <a:t>RMSE 1.969 → 0.651 m and 99.6% recall: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9FB4C2"/>
                </a:solidFill>
                <a:latin typeface="Aptos"/>
              </a:defRPr>
            </a:pPr>
            <a:r>
              <a:t>reported benchmarks; not verified by these CSVs.</a:t>
            </a:r>
          </a:p>
        </p:txBody>
      </p:sp>
      <p:pic>
        <p:nvPicPr>
          <p:cNvPr id="23" name="Picture 22" descr="verified_re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866" y="1920240"/>
            <a:ext cx="4309586" cy="24231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09360" y="4526280"/>
            <a:ext cx="4754880" cy="77724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Next: ground-truth replay + DSP integration.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Paper 1 / Paper 2 + IDF drafts; venue dates pending.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455</Words>
  <Application>Microsoft Office PowerPoint</Application>
  <PresentationFormat>Widescreen</PresentationFormat>
  <Paragraphs>67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Balachandra Bhat, Krishnakumar</cp:lastModifiedBy>
  <cp:revision>2</cp:revision>
  <dcterms:created xsi:type="dcterms:W3CDTF">2013-01-27T09:14:16Z</dcterms:created>
  <dcterms:modified xsi:type="dcterms:W3CDTF">2026-10-15T06:32:35Z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e9f63dc-a549-49a5-8afd-042b11566dc2_Enabled">
    <vt:lpwstr>true</vt:lpwstr>
  </property>
  <property fmtid="{D5CDD505-2E9C-101B-9397-08002B2CF9AE}" pid="3" name="MSIP_Label_4e9f63dc-a549-49a5-8afd-042b11566dc2_SetDate">
    <vt:lpwstr>2026-10-15T06:31:57Z</vt:lpwstr>
  </property>
  <property fmtid="{D5CDD505-2E9C-101B-9397-08002B2CF9AE}" pid="4" name="MSIP_Label_4e9f63dc-a549-49a5-8afd-042b11566dc2_Method">
    <vt:lpwstr>Privileged</vt:lpwstr>
  </property>
  <property fmtid="{D5CDD505-2E9C-101B-9397-08002B2CF9AE}" pid="5" name="MSIP_Label_4e9f63dc-a549-49a5-8afd-042b11566dc2_Name">
    <vt:lpwstr>Confidential</vt:lpwstr>
  </property>
  <property fmtid="{D5CDD505-2E9C-101B-9397-08002B2CF9AE}" pid="6" name="MSIP_Label_4e9f63dc-a549-49a5-8afd-042b11566dc2_SiteId">
    <vt:lpwstr>6b1311e5-123f-49db-acdf-8847c2d00bed</vt:lpwstr>
  </property>
  <property fmtid="{D5CDD505-2E9C-101B-9397-08002B2CF9AE}" pid="7" name="MSIP_Label_4e9f63dc-a549-49a5-8afd-042b11566dc2_ActionId">
    <vt:lpwstr>bdf53d43-c085-49ce-b7ff-8db230df981f</vt:lpwstr>
  </property>
  <property fmtid="{D5CDD505-2E9C-101B-9397-08002B2CF9AE}" pid="8" name="MSIP_Label_4e9f63dc-a549-49a5-8afd-042b11566dc2_ContentBits">
    <vt:lpwstr>2</vt:lpwstr>
  </property>
  <property fmtid="{D5CDD505-2E9C-101B-9397-08002B2CF9AE}" pid="9" name="MSIP_Label_4e9f63dc-a549-49a5-8afd-042b11566dc2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Confidential</vt:lpwstr>
  </property>
</Properties>
</file>